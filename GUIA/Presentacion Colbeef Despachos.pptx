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319" r:id="rId3"/>
    <p:sldId id="320" r:id="rId4"/>
    <p:sldId id="321" r:id="rId5"/>
    <p:sldId id="322" r:id="rId6"/>
    <p:sldId id="260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3736"/>
    <a:srgbClr val="289B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BA581-6DB9-4BC4-BFFE-4DC984A0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7849" y="1345753"/>
            <a:ext cx="4369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s-ES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5616B3-79A5-4FB0-B4E9-C64B8C4A8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77848" y="4589464"/>
            <a:ext cx="4369601" cy="9227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F606A2-17AE-4EF2-BAC2-43B4D88C8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1E6-5ECC-4475-A2B1-00C22A70595E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509FB0-B793-432B-AF49-F39706846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2EC56B-03A5-4CBC-AE77-C189034E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EC6D-FF3C-470C-8989-B0B21B5730C6}" type="slidenum">
              <a:rPr lang="es-CO" smtClean="0"/>
              <a:t>‹Nº›</a:t>
            </a:fld>
            <a:endParaRPr lang="es-CO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CC8223E-BD07-4A83-8B04-DA78B31BF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23431" cy="68580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79346B3-1120-4761-8F24-492EBBAD17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02" y="2867487"/>
            <a:ext cx="3760640" cy="77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613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C100B-F448-4585-A7A0-3B1499E8E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16F093-0DF2-4BDB-AC44-1F5892125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04F3D0-04C2-4F6A-9989-FB54F5EE4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1E6-5ECC-4475-A2B1-00C22A70595E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C649772-1053-41F3-A582-B1112ACDE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7F669F-56E1-405E-A854-1D087AD3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EC6D-FF3C-470C-8989-B0B21B5730C6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B151324-EAA9-4DD7-9295-2E2DAC7F7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6486"/>
            <a:ext cx="12192000" cy="85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292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BA581-6DB9-4BC4-BFFE-4DC984A0B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2305" y="2072106"/>
            <a:ext cx="4264241" cy="797976"/>
          </a:xfrm>
        </p:spPr>
        <p:txBody>
          <a:bodyPr anchor="b">
            <a:noAutofit/>
          </a:bodyPr>
          <a:lstStyle>
            <a:lvl1pPr algn="ctr">
              <a:defRPr sz="6500">
                <a:solidFill>
                  <a:srgbClr val="EA3736"/>
                </a:solidFill>
              </a:defRPr>
            </a:lvl1pPr>
          </a:lstStyle>
          <a:p>
            <a:r>
              <a:rPr lang="es-ES" dirty="0"/>
              <a:t>GRACIAS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F606A2-17AE-4EF2-BAC2-43B4D88C8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1E6-5ECC-4475-A2B1-00C22A70595E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509FB0-B793-432B-AF49-F39706846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2EC56B-03A5-4CBC-AE77-C189034E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EC6D-FF3C-470C-8989-B0B21B5730C6}" type="slidenum">
              <a:rPr lang="es-CO" smtClean="0"/>
              <a:t>‹Nº›</a:t>
            </a:fld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3858132-CECD-4164-BA03-C93E4C43EA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443" y="5390032"/>
            <a:ext cx="8811831" cy="966318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E18426C-DB0C-418A-A460-5E3D851399C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447" y="3827167"/>
            <a:ext cx="4870953" cy="98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99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0F143-9558-4AF5-BFC5-567743529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23D3B32-4D44-4EF7-A9E7-5777ED62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1E6-5ECC-4475-A2B1-00C22A70595E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AF35341-692E-4856-AEF8-0D8CC4345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E9BB7F-2225-4FAE-85BF-5B1F69116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EC6D-FF3C-470C-8989-B0B21B5730C6}" type="slidenum">
              <a:rPr lang="es-CO" smtClean="0"/>
              <a:t>‹Nº›</a:t>
            </a:fld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6ED3EE2-BE70-470D-9D1B-DAEB9102CC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6486"/>
            <a:ext cx="12192000" cy="85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993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89B8B70-E571-424F-91C8-807B81C0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1E6-5ECC-4475-A2B1-00C22A70595E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FA30C4-1498-4FD3-ABF9-9A2D5763E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A0D5DC-B9EE-4F08-9030-CBC61DFE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EC6D-FF3C-470C-8989-B0B21B5730C6}" type="slidenum">
              <a:rPr lang="es-CO" smtClean="0"/>
              <a:t>‹Nº›</a:t>
            </a:fld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04BF4CF-A3CC-46B2-AFE5-D71D96EC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6486"/>
            <a:ext cx="12192000" cy="85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156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56FC6-D8C2-FF5C-5B19-BFE27AF5A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A6D19A6-BE17-0585-BBC0-35EB8C1E8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5D1E6-5ECC-4475-A2B1-00C22A70595E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0426FB-9002-D5E5-359A-08ED1F2C3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FB83134-D2D0-A75F-CDF6-7009B7056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8EC6D-FF3C-470C-8989-B0B21B5730C6}" type="slidenum">
              <a:rPr lang="es-CO" smtClean="0"/>
              <a:t>‹Nº›</a:t>
            </a:fld>
            <a:endParaRPr lang="es-CO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6945DD2-55B8-9469-A7D4-BDA5D3E6B5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601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7BC042-DDD1-44CF-9611-8CC7104C7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DF5151-7118-4023-8DE4-69ED80BC5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83F2FE-3381-401F-A088-2EBA1701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5D1E6-5ECC-4475-A2B1-00C22A70595E}" type="datetimeFigureOut">
              <a:rPr lang="es-CO" smtClean="0"/>
              <a:t>19/03/2026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F3BB80-E1EF-4353-94DC-3211CD018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279570-CF69-4D9C-A424-96A9834DC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8EC6D-FF3C-470C-8989-B0B21B5730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0405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60" r:id="rId3"/>
    <p:sldLayoutId id="2147483654" r:id="rId4"/>
    <p:sldLayoutId id="2147483655" r:id="rId5"/>
    <p:sldLayoutId id="214748366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89B38"/>
          </a:solidFill>
          <a:latin typeface="Helvetica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6DE00-77C3-4C5A-B604-C2CBEC2C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0073" y="346365"/>
            <a:ext cx="4877376" cy="2701635"/>
          </a:xfrm>
        </p:spPr>
        <p:txBody>
          <a:bodyPr>
            <a:normAutofit/>
          </a:bodyPr>
          <a:lstStyle/>
          <a:p>
            <a:pPr algn="ctr"/>
            <a:r>
              <a:rPr lang="es-ES" dirty="0"/>
              <a:t>Transformación del Proceso de Despachos de Lenguas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1441D0-1C05-4380-BD5C-4EB080540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77848" y="3810001"/>
            <a:ext cx="4369601" cy="922784"/>
          </a:xfrm>
        </p:spPr>
        <p:txBody>
          <a:bodyPr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Antes vs Después de la Implementación</a:t>
            </a:r>
          </a:p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86081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(Problemas)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Macro en Excel obsoleta</a:t>
            </a:r>
          </a:p>
          <a:p>
            <a:r>
              <a:t>Fallas frecuentes en ejecución</a:t>
            </a:r>
          </a:p>
          <a:p>
            <a:r>
              <a:t>Procesos manuales</a:t>
            </a:r>
          </a:p>
          <a:p>
            <a:r>
              <a:t>Edición repetitiva</a:t>
            </a:r>
          </a:p>
          <a:p>
            <a:r>
              <a:t>Sin control de usuarios</a:t>
            </a:r>
          </a:p>
          <a:p>
            <a:r>
              <a:t>Baja trazabilidad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Después</a:t>
            </a:r>
            <a:r>
              <a:rPr dirty="0"/>
              <a:t> (</a:t>
            </a:r>
            <a:r>
              <a:rPr dirty="0" err="1"/>
              <a:t>Solución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Sistema web </a:t>
            </a:r>
            <a:r>
              <a:rPr dirty="0" err="1"/>
              <a:t>automatizado</a:t>
            </a:r>
            <a:endParaRPr dirty="0"/>
          </a:p>
          <a:p>
            <a:r>
              <a:rPr dirty="0"/>
              <a:t>Registro </a:t>
            </a:r>
            <a:r>
              <a:rPr dirty="0" err="1"/>
              <a:t>estructurado</a:t>
            </a:r>
            <a:endParaRPr dirty="0"/>
          </a:p>
          <a:p>
            <a:r>
              <a:rPr dirty="0" err="1"/>
              <a:t>Importación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Excel (SIRT)</a:t>
            </a:r>
          </a:p>
          <a:p>
            <a:r>
              <a:rPr dirty="0"/>
              <a:t>Generación </a:t>
            </a:r>
            <a:r>
              <a:rPr dirty="0" err="1"/>
              <a:t>automática</a:t>
            </a:r>
            <a:r>
              <a:rPr dirty="0"/>
              <a:t> de </a:t>
            </a:r>
            <a:r>
              <a:rPr dirty="0" err="1"/>
              <a:t>documentos</a:t>
            </a:r>
            <a:endParaRPr dirty="0"/>
          </a:p>
          <a:p>
            <a:r>
              <a:rPr dirty="0"/>
              <a:t>Control de </a:t>
            </a:r>
            <a:r>
              <a:rPr dirty="0" err="1"/>
              <a:t>usuarios</a:t>
            </a:r>
            <a:endParaRPr dirty="0"/>
          </a:p>
          <a:p>
            <a:r>
              <a:rPr dirty="0" err="1"/>
              <a:t>Trazabilidad</a:t>
            </a:r>
            <a:r>
              <a:rPr dirty="0"/>
              <a:t> completa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Comparativa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Macro vs Sistema web</a:t>
            </a:r>
          </a:p>
          <a:p>
            <a:r>
              <a:t>Manual vs Automatizado</a:t>
            </a:r>
          </a:p>
          <a:p>
            <a:r>
              <a:t>Sin control vs Seguridad por roles</a:t>
            </a:r>
          </a:p>
          <a:p>
            <a:r>
              <a:t>Repetitivo vs Automático</a:t>
            </a:r>
          </a:p>
          <a:p>
            <a:r>
              <a:t>Baja trazabilidad vs Control total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para la Empresa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Reducción de tiempos</a:t>
            </a:r>
          </a:p>
          <a:p>
            <a:r>
              <a:t>Menos errores</a:t>
            </a:r>
          </a:p>
          <a:p>
            <a:r>
              <a:t>Mayor control</a:t>
            </a:r>
          </a:p>
          <a:p>
            <a:r>
              <a:t>Estandarización</a:t>
            </a:r>
          </a:p>
          <a:p>
            <a:r>
              <a:t>Seguridad de la información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F9A56-DF77-4211-89F3-59441C34C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314" y="1346043"/>
            <a:ext cx="9289143" cy="1685077"/>
          </a:xfrm>
        </p:spPr>
        <p:txBody>
          <a:bodyPr wrap="square" anchor="ctr">
            <a:spAutoFit/>
          </a:bodyPr>
          <a:lstStyle/>
          <a:p>
            <a:r>
              <a:rPr lang="es-CO" sz="11500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7463284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GAMAS COLBEEF">
      <a:dk1>
        <a:srgbClr val="000000"/>
      </a:dk1>
      <a:lt1>
        <a:sysClr val="window" lastClr="FFFFFF"/>
      </a:lt1>
      <a:dk2>
        <a:srgbClr val="289B38"/>
      </a:dk2>
      <a:lt2>
        <a:srgbClr val="FFFFFF"/>
      </a:lt2>
      <a:accent1>
        <a:srgbClr val="289B38"/>
      </a:accent1>
      <a:accent2>
        <a:srgbClr val="DF3433"/>
      </a:accent2>
      <a:accent3>
        <a:srgbClr val="17AD22"/>
      </a:accent3>
      <a:accent4>
        <a:srgbClr val="C01E1E"/>
      </a:accent4>
      <a:accent5>
        <a:srgbClr val="185E22"/>
      </a:accent5>
      <a:accent6>
        <a:srgbClr val="70AD47"/>
      </a:accent6>
      <a:hlink>
        <a:srgbClr val="F63232"/>
      </a:hlink>
      <a:folHlink>
        <a:srgbClr val="289B3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S PARA PRESENTACION COLBEEF" id="{CFF3A08D-3497-4C79-976F-8D27C53FD334}" vid="{31F330CE-7D45-404B-B83E-E99F83114A3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PLANTILLAS PARA PRESENTACION COLBEEF</Template>
  <TotalTime>535</TotalTime>
  <Words>99</Words>
  <Application>Microsoft Office PowerPoint</Application>
  <PresentationFormat>Panorámica</PresentationFormat>
  <Paragraphs>29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Helvetica</vt:lpstr>
      <vt:lpstr>Tema de Office</vt:lpstr>
      <vt:lpstr>Transformación del Proceso de Despachos de Lenguas</vt:lpstr>
      <vt:lpstr>Antes (Problemas)</vt:lpstr>
      <vt:lpstr>Después (Solución)</vt:lpstr>
      <vt:lpstr>Comparativa Clave</vt:lpstr>
      <vt:lpstr>Impacto para la Empresa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Gerencia Jurídica</dc:creator>
  <cp:lastModifiedBy>TIC Colbeef</cp:lastModifiedBy>
  <cp:revision>15</cp:revision>
  <dcterms:created xsi:type="dcterms:W3CDTF">2025-03-13T13:52:54Z</dcterms:created>
  <dcterms:modified xsi:type="dcterms:W3CDTF">2026-03-19T14:56:25Z</dcterms:modified>
</cp:coreProperties>
</file>